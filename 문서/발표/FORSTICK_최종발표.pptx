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시연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82333" y="2261790"/>
            <a:ext cx="7027333" cy="39454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와이드스크린</PresentationFormat>
  <Paragraphs>0</Paragraphs>
  <Slides>16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대호 손</cp:lastModifiedBy>
  <cp:revision>2</cp:revision>
  <dcterms:created xsi:type="dcterms:W3CDTF">2013-01-27T09:14:16Z</dcterms:created>
  <dcterms:modified xsi:type="dcterms:W3CDTF">2026-10-14T03:33:53Z</dcterms:modified>
  <cp:category/>
</cp:coreProperties>
</file>